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4E62-45D8-6E03-0D28-A06C0490D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BF5170-7029-F5AF-3970-BE6AA1154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1FAA1-9345-A4EA-5E69-037BE273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1CBBA-49FF-D5E5-3293-D095C04C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378E8-A564-BD1A-D4AB-3FCCBCAE9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76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C09C-2749-C3C1-D6ED-0134209B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BF43-A249-0FA7-E6FE-B9D4C2D3F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26942-39B3-3D4A-18FA-BA5C6099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BB2C0-2654-4E94-CC27-4CCC67F1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A5B99-F306-31A8-2841-C9B89A8F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784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4022-C523-42BC-B2C8-E82F84C3A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B35EA-3F20-70EC-71F0-9EE1FDC05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B09A3-31F1-AA57-F8F8-2D5AC50B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C3A2B-5005-4703-793D-BB7011BF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90157-3A8C-3D52-907B-45FF7BAE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013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E247-989C-7FC4-7A2A-7605DC93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18E92-C53D-CA1A-69B9-89181F9BC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8BF20-1B7D-6614-E621-C27362251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DCBFC-E38D-1071-1DA1-5EA98D8C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55DBA-14B4-4339-2227-46FC27A0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4BA0E-CFCF-EF4B-A085-297C301C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52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E4CC-25A8-2953-816D-0BB714893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85C23-7C30-7060-795F-C3470BF02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06104-06BE-0CD2-792C-D418ADAC9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92E16-54B0-76E0-4FF6-67B6E8743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249A8-FCDA-4DE0-55BA-1893D95A7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5A830-81E4-2C88-C010-CB2EBF5E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075A8A-E443-550B-BD0F-E3712CB00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6C178-47ED-04EF-6B3B-0913D0F1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34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7FE8-F461-CB5C-4BDF-70E7CA13D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B6165-2241-2C10-A914-546ABAD6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22A48-5E42-2BBA-E0E7-3130D495E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06DA3-37F0-0C23-B9BB-A13D46BC2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435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F48EB-E602-D385-0FD3-5976FA44F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4CE104-9FA8-FC7B-34F1-DEAB6E1A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CE636-64D9-D9C3-F9D6-2E6C9FE0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06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5301-6962-14D6-19F8-71C2932D5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F7942-DB19-1B1D-AB8A-1750F404B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2830C-F0DE-F811-BEB8-3C57105D4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8DD2B-57DC-8D2B-28D5-88DAA34C5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4987F-B8D2-F997-6121-B9D63032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5B819-C3B2-98D2-F4F1-73D267F7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71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7208-964C-50F6-5238-8F55E29A4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75FA8-77A6-45E6-DD8E-0581EDC4C82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FDEE1-5857-F387-51EC-A4EED801D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B7834-9414-D971-AF92-BDBAD25C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C9893-9297-28BB-AF59-9F00A626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7890C-92F2-F7AC-01DA-AD0BC826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98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B9D0F-EDA9-A0E3-A4FB-F15A8259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104D2-CDFB-00C4-6EBA-7CB4E45F3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6EF92-8E10-F8B7-4EA2-7F26691E1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538E2-E72B-B3EC-96A8-D6959D1A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75DE5-57D7-AD38-B107-61F1060F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79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132F16-E903-06AB-51D9-43D51A553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6695C-8A26-9702-3251-C56FA5948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66A46-FE1A-C3EF-3F21-4134F5342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A30E7-A7D4-967A-D7FD-FD016CC4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92EBB-CAC7-5961-4B9A-692B25E8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77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CF5791-E211-592D-FECA-AFD16D13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F6415-2C1F-CFA2-17DD-80D4EDD6A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D841D-90EB-C13B-D632-1957B4107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2F7CA-2F42-4396-A5DB-D5215E71BA4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0D98D-E1D2-4421-1C0C-E9F1524E0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92741-F1CE-87D6-E13B-85217CC91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1AD84-8B8A-4BB4-8693-B57AF98FC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22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3C2D-2AD8-5AE9-298B-4DA412D6E4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208B2-153D-0E7B-6B4B-6D215F046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644C0-2013-E825-77C5-7F702DA46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76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B5D2-1456-65CC-51C8-2D6B5F46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A16B3E-FA4C-3193-30C0-B70ABBA7F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274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7747-401E-EDE2-CA89-D74CD612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F2E496-D63B-D1E1-A911-7C42C8706A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801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259B1-D0D2-6777-6F48-E416152F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0E1B82-3750-7750-41B3-D0CC81D14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4"/>
            <a:ext cx="12192000" cy="686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4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77B4-FFB2-13D9-BB3F-A474506E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F33460-BB46-A1E0-ED5C-78AB8F924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3"/>
            <a:ext cx="12191999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977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BC66-3819-1AF1-B1D1-689577B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1DC9EF-6837-C8C6-12D2-00398CB93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84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E684C-39E7-F48F-D715-75D091E85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6CC042-7837-D499-F47F-5744F5CA4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3"/>
            <a:ext cx="12191999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11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560BF-EC8F-2163-BCCD-B9805C1D2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7926C7-1865-EAF5-6070-A74228ED3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7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7D07-4128-C8E8-BA89-76D56558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3E9B80-8AF0-B9A9-1ABA-B99D3E900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5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C45B-EA1E-AFFB-8347-C1557E4E3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26453D-5283-B728-2249-07FBD099A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824"/>
            <a:ext cx="12192000" cy="686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43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E292-FCD1-AE84-8EB0-FA8E392A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E98BC0-C3CD-0932-E038-6E34249FAE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76"/>
            <a:ext cx="12191999" cy="686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31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63BB-B4AA-5952-F3BF-CB53B8797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734262-4431-6FC5-E708-94BC687F7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3"/>
            <a:ext cx="12191999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27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SWAMY GOWDA</dc:creator>
  <cp:lastModifiedBy>AKASH SWAMY GOWDA</cp:lastModifiedBy>
  <cp:revision>1</cp:revision>
  <dcterms:created xsi:type="dcterms:W3CDTF">2026-10-17T18:26:52Z</dcterms:created>
  <dcterms:modified xsi:type="dcterms:W3CDTF">2026-10-17T19:02:17Z</dcterms:modified>
</cp:coreProperties>
</file>